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9A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987552"/>
            <a:ext cx="10881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VIDEO-LLM FOR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PROACTIVE SAFETY MONITORING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2816352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Keynote 3 — Afshin Dehghan (Apple)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CVPR 2025 Video-LLM Workshop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" y="39502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4315968"/>
            <a:ext cx="10012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safety system should understand what is happening while a video is being watched — not only after the recording is finished.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5742432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E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Inspired by the keynote’s focus on streaming and proactive Video-LLM assistants.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61996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OLUMIDE ADEBISI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39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idea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Video-LLM as the reasoning layer for a simple safety monitor.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9A6"/>
                </a:solidFill>
              </a:rPr>
              <a:t>1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234440" y="154533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Watch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1920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B6573"/>
                </a:solidFill>
              </a:rPr>
              <a:t>Sample a few frames from the video stream.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605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9A6"/>
                </a:solidFill>
              </a:rPr>
              <a:t>2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709160" y="154533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Understand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709160" y="19202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B6573"/>
                </a:solidFill>
              </a:rPr>
              <a:t>Ask the Video-LLM what is happening in the clip.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181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9A6"/>
                </a:solidFill>
              </a:rPr>
              <a:t>3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8366760" y="154533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Respond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366760" y="192024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B6573"/>
                </a:solidFill>
              </a:rPr>
              <a:t>Trigger an alert only when an important event is detected.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30632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9A6"/>
                </a:solidFill>
              </a:rPr>
              <a:t>Why this matches the keynote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5800" y="3493008"/>
            <a:ext cx="10561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The keynote describes a move from training-free video understanding toward streaming Video-LLMs that can reason over longer video and support proactive responses.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5800" y="48463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0000"/>
                </a:solidFill>
              </a:rPr>
              <a:t>Prototype goal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5800" y="5276088"/>
            <a:ext cx="10469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Can a small Video-LLM watch a short video, describe the activity, and decide whether there is a safety-related event?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GEORGIA STATE UNIVERSITY  •  CSc 8830 ADVANCED COMPUTER VISION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39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39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Quick prototype: it worked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local run using LLaVA-OneVision 0.5B on CPU.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39A6"/>
                </a:solidFill>
              </a:rPr>
              <a:t>INPUT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81051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9.72-second video  •  640 × 360  •  243 frames  •  8 sampled frames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4871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C0000"/>
                </a:solidFill>
              </a:rPr>
              <a:t>ACTUAL MODEL OUTPUT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85292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i="1" dirty="0">
                <a:solidFill>
                  <a:srgbClr val="1F2937"/>
                </a:solidFill>
              </a:rPr>
              <a:t>“Reading a book”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85800" y="3584448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Safety check: “No important or safety-related event happened.”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995160" y="24871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39A6"/>
                </a:solidFill>
              </a:rPr>
              <a:t>What this shows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95160" y="2852928"/>
            <a:ext cx="4160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The model successfully processed a video and produced both a description of the activity and a simple safety judgment.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95160" y="4325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39A6"/>
                </a:solidFill>
              </a:rPr>
              <a:t>What comes next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95160" y="4690872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B6573"/>
                </a:solidFill>
              </a:rPr>
              <a:t>Test longer videos, faster models, streaming input, and real alert rules.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" y="484632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39A6"/>
                </a:solidFill>
              </a:rPr>
              <a:t>Feasibility result: the basic Video-LLM workflow works end-to-end.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85800" y="5733288"/>
            <a:ext cx="10378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5B6573"/>
                </a:solidFill>
              </a:rPr>
              <a:t>No accuracy score is reported because this quick test did not use a labeled ground-truth set.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GEORGIA STATE UNIVERSITY  •  CSc 8830 ADVANCED COMPUTER VISION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39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Georgia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Video-LLM for Proactive Safety Monitoring</dc:title>
  <dc:subject>CVPR 2025 Video-LLM Workshop Keynote 3 Prototype</dc:subject>
  <dc:creator>Olumide Adebisi</dc:creator>
  <cp:lastModifiedBy>Olumide Adebisi</cp:lastModifiedBy>
  <cp:revision>1</cp:revision>
  <dcterms:created xsi:type="dcterms:W3CDTF">2026-10-02T20:54:49Z</dcterms:created>
  <dcterms:modified xsi:type="dcterms:W3CDTF">2026-10-02T20:54:49Z</dcterms:modified>
</cp:coreProperties>
</file>